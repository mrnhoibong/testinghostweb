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3366"/>
                </a:solidFill>
              </a:rPr>
              <a:t>Nguyện Xin Thánh Linh Của Chúa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Nguyện xin Thánh Linh của Chúa dẫy đầy trong tôi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hát Ha-lê-lu-gia! (2x)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hát! Tôi sẽ hát 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hát Ha-lê-u-gia (2x)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3366"/>
                </a:solidFill>
              </a:rPr>
              <a:t>Lòng Tôi Hát Vui Mừng</a:t>
            </a:r>
            <a:endParaRPr lang="en-US" sz="8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tôi hát vui mừng cùng cất tiếng vang lừng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cùng hát vang tụng ca Ngài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tôi hát vui mừng cùng cất tiếng vang lừng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cùng hát vang tụng ca Ngài</a:t>
            </a:r>
            <a:endParaRPr lang="en-US" sz="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tụng ca, tôi sẽ cùng hát vang tụng ca Ngài.</a:t>
            </a:r>
            <a:endParaRPr lang="en-US" sz="5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Tôi sẽ ngợi ca, tôi sẽ cùng hát vang tụng ca Ngài.</a:t>
            </a:r>
            <a:endParaRPr lang="en-US" sz="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Ha-lê-lu-gia, Ha-lê-lu-gia, Ha-lê-lu-gia, Ha-lê-lu-gia</a:t>
            </a:r>
            <a:endParaRPr lang="en-US" sz="5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Ha-lê-lu-gia, Ha-lê-lu-gia,</a:t>
            </a:r>
            <a:endParaRPr lang="en-US" sz="5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Ha-lê-lu-gia, Ha-lê-lu-gia, Ha-lê-lu-gia, Ha-lê-lu-gia</a:t>
            </a:r>
            <a:endParaRPr lang="en-US" sz="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Ha-lê-lu-gia, Ha-lê-lu-gia,</a:t>
            </a:r>
            <a:endParaRPr lang="en-US" sz="5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3366"/>
                </a:solidFill>
              </a:rPr>
              <a:t>Ngài Là Chúa</a:t>
            </a:r>
            <a:endParaRPr lang="en-US" sz="8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Ngài là Chúa, Đấng đã dựng nên vũ trụ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Nhờ danh Chúa ma quỉ ắt phải thối lui,</a:t>
            </a:r>
            <a:endParaRPr lang="en-US" sz="5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Nương nhờ nơi Chúa bước đi mạnh mẽ không thôi.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Ngài là Vua!</a:t>
            </a:r>
            <a:endParaRPr lang="en-US" sz="5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Lạy Cha, Chúa luôn đắc thắng huy hoàng, Lạy Cha, Danh Cha toàn năng</a:t>
            </a:r>
            <a:endParaRPr lang="en-US" sz="5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Quyền bính dưới đất trên trời đều thuộc về Ngài.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Ngài chiến thắng ma quyền bởi Chúa Cha là Chúa</a:t>
            </a:r>
            <a:endParaRPr lang="en-US" sz="5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Ngài là Chúa, Đấng đã dựng nên vũ trụ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Nhờ danh Chúa ma quỉ ắt phải thối lui,</a:t>
            </a:r>
            <a:endParaRPr lang="en-US" sz="5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Nương nhờ nơi Chúa bước đi mạnh mẽ không thôi.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Ngài là Vua!</a:t>
            </a:r>
            <a:endParaRPr lang="en-US" sz="5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3366"/>
                </a:solidFill>
              </a:rPr>
              <a:t>Giê-Xu Muôn Đời</a:t>
            </a:r>
            <a:endParaRPr lang="en-US" sz="8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1. Khắp đất trời hòa vang tiếng ca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Chúc tôn Ngài là Vua hiển vinh</a:t>
            </a:r>
            <a:endParaRPr lang="en-US" sz="5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Mọi đầu gối sẽ quỳ nơi chân Ngài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Mọi môi lưỡi tôn quí.</a:t>
            </a:r>
            <a:endParaRPr lang="en-US" sz="5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2. Cảm ơn Ngài lòng con thái  an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Chúa nhân từ hằng săn sóc con</a:t>
            </a:r>
            <a:endParaRPr lang="en-US" sz="5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Tình yêu Jesus mãi không phai tàn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mừng vui con hát.</a:t>
            </a:r>
            <a:endParaRPr lang="en-US" sz="5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Ngài là Chúa các chúa, là Vua muôn vua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Jesus vinh hiển thay Ngài!</a:t>
            </a:r>
            <a:endParaRPr lang="en-US" sz="5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Thập tự giá Chúa gánh, chịu  thay cho con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Jesus yêu ơi, Cha vĩ đại thay!</a:t>
            </a:r>
            <a:endParaRPr lang="en-US" sz="5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con yêu Ngài và suy tôn Ngài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Jesus muôn đời, Jesus muôn đời.</a:t>
            </a:r>
            <a:endParaRPr lang="en-US" sz="5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3366"/>
                </a:solidFill>
              </a:rPr>
              <a:t>Khát Khao Dòng Nước</a:t>
            </a:r>
            <a:endParaRPr lang="en-US" sz="8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Nhìn nai kia khát khao, dòng nước mát như con thèm khát chính Chúa Cha toàn năng.</a:t>
            </a:r>
            <a:endParaRPr lang="en-US" sz="5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con đây chỉ mong chờ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Được đến bên Cha và thờ kính Cha đời đời</a:t>
            </a:r>
            <a:endParaRPr lang="en-US" sz="5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Tâm linh con chỉ mong nương nơi Ngài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Vì chính sức Chúa dẫn đưa con mỗi ngày</a:t>
            </a:r>
            <a:endParaRPr lang="en-US" sz="5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con đây chỉ mong chờ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Được đến bên Cha và thờ kính Cha đời đời.</a:t>
            </a:r>
            <a:endParaRPr lang="en-US" sz="5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con trông mong nơi Ngài như thể nai kia thèm mé nước suối trong ngọt êm.</a:t>
            </a:r>
            <a:endParaRPr lang="en-US" sz="5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con luôn mong được vào chiêm ngưỡng Chúa Giê-xu và đến tôn thờ Ngài.</a:t>
            </a:r>
            <a:endParaRPr lang="en-US" sz="5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Chỉ có Chúa Đấng con nương con dựa và chỉ có Chúa Đấng tâm linh con thờ.</a:t>
            </a:r>
            <a:endParaRPr lang="en-US" sz="5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</a:rPr>
              <a:t>Lòng con luôn mong được vào chiêm ngưỡng Chúa Giê-xu và đến tôn thờ Ngài.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2026-10-18T04:24:47Z</dcterms:created>
  <dcterms:modified xsi:type="dcterms:W3CDTF">2026-10-18T04:24:47Z</dcterms:modified>
</cp:coreProperties>
</file>